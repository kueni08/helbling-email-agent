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6858000" type="screen4x3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B129F4-0394-4FD9-AB00-5841FB262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FC4236-F550-437F-9EAE-C9067BBC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69298-701A-43F3-B677-1E691538B65A}" type="datetimeFigureOut">
              <a:rPr lang="de-CH" smtClean="0"/>
              <a:t>29.08.2019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822BFC-B2B7-4622-9C45-2AE6766FB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378CD8-D680-4DBE-80E2-052C4A37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B9CBE-AA46-497D-8ED6-1BB115CB7DD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445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0B3A2AD-DBB5-47B3-8F61-40A7A13E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FDC141-3432-4D7D-970B-FF5BBAA5E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E6DF9E-3DAC-4BBA-B458-120EC13BA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69298-701A-43F3-B677-1E691538B65A}" type="datetimeFigureOut">
              <a:rPr lang="de-CH" smtClean="0"/>
              <a:t>29.08.2019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CFAD6B-BFFF-4D39-AA11-7D209C028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5ACDDD-5767-40D1-819A-8237E171F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B9CBE-AA46-497D-8ED6-1BB115CB7DD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562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5F7302E2-5CC5-4B76-8EA2-0C1F72BB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4274326-0E7A-45FE-8C8C-15557126A8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41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1950B494-9CA4-42BF-95D7-E3752448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BA414F8-C9DB-454D-A4F0-C14ACBD32A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84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AB10FB31-3BCE-48E9-A5C9-732D8998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6E24DAF-3E76-4F77-AF01-6BB26D198C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9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36D7C729-1AA8-41C1-B09A-E48028DF3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877A81E-36D0-4234-AC5A-FB575EE461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9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554BD96E-CA0C-4191-93EA-8EB729F75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05026A5-FC32-4165-8A30-2C96693DE6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C821E504-BF1F-4AF8-A64C-C4B365D6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D3895C-3D6B-48CD-9154-7F13A64E17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44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CDBB3151-20DB-465C-98BC-EF9C4E29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F761E05-5CB1-4944-A11C-67688D62BE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7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713503B5-0F78-478F-8277-4DA6144BB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C96F792-1257-48CA-A887-D37ED959BD4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14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66CC99FB-9521-4233-A308-0DD9DE2D5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8FA2B1C-E2A6-4230-83A6-C2C28D65E0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11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DDA98AFB-F374-4638-A343-441C7AE71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8B551EA-A4E1-4784-8507-6ECF395A2E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50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E77E7235-89B2-45EE-8DD4-0956BAC1C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76F0874-994D-4383-A863-F81A1B6E90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753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89FACD3E6235B45A3F88B1E14B49B9E" ma:contentTypeVersion="8" ma:contentTypeDescription="Ein neues Dokument erstellen." ma:contentTypeScope="" ma:versionID="346092cdac7b647169547d245733b695">
  <xsd:schema xmlns:xsd="http://www.w3.org/2001/XMLSchema" xmlns:xs="http://www.w3.org/2001/XMLSchema" xmlns:p="http://schemas.microsoft.com/office/2006/metadata/properties" xmlns:ns3="40822e42-092a-477d-9af6-73ceee12c552" targetNamespace="http://schemas.microsoft.com/office/2006/metadata/properties" ma:root="true" ma:fieldsID="caefdf17d89987ae773733eafd6819f2" ns3:_="">
    <xsd:import namespace="40822e42-092a-477d-9af6-73ceee12c55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822e42-092a-477d-9af6-73ceee12c5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EFC77E-E061-4998-AC6C-84E318DB53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822e42-092a-477d-9af6-73ceee12c5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16AFC8-F79B-449A-B3DD-7D8DFC1F69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63C50D-6E3E-49FF-A640-114DED13DC40}">
  <ds:schemaRefs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40822e42-092a-477d-9af6-73ceee12c552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Bildschirmpräsentation (4:3)</PresentationFormat>
  <Paragraphs>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Sibox</dc:creator>
  <cp:lastModifiedBy>Sibox</cp:lastModifiedBy>
  <cp:revision>1</cp:revision>
  <dcterms:created xsi:type="dcterms:W3CDTF">2019-08-29T04:52:54Z</dcterms:created>
  <dcterms:modified xsi:type="dcterms:W3CDTF">2019-08-29T04:52:55Z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0x010100389FACD3E6235B45A3F88B1E14B49B9E</vt:lpwstr>
  </property>
</Properties>
</file>